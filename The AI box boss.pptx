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9AC7A-1112-ECD1-2C94-6255A2BFD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FBEF2-BE24-9A2C-0C48-7D448BCAA7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1A829-863D-1ECA-C549-DD630E613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FAFD-5549-4704-9438-C53D730849F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BE111-D247-012B-768D-931A8478C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48432-DBE4-FA4F-4610-986C09C02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2B20-2ED1-41C0-99C5-F8DDD36E7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79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36D4F-4B15-51F0-6535-3202D20D6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82626-0666-3F28-37F9-BD985F2BA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0BDD6-7B7A-D76E-7996-C85C8D7CD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FAFD-5549-4704-9438-C53D730849F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EC974-4D96-EB47-7FEC-E8BC49120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8A026-E543-3E15-5ADF-2C5AC3B07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2B20-2ED1-41C0-99C5-F8DDD36E7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070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4A537-9F19-E356-7FAD-9A99F0D1B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F2839-B9F1-E70C-5506-9FF88A3E5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83B-713B-2EF1-CD89-7BAF5A125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FAFD-5549-4704-9438-C53D730849F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261AE-6013-8F84-5687-BF71CA726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B522-B5A6-B89C-0A0D-66B4B3DA2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2B20-2ED1-41C0-99C5-F8DDD36E7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793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70C2-89D4-2CC9-3225-78490232B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9FB3-5133-1EAE-18E2-962E9C3F2E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4BC6C-0A36-A136-7B48-E6906657C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3B3E3-9C1B-35B3-FBF3-B663CC276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FAFD-5549-4704-9438-C53D730849F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75E895-F0D7-E6F1-775F-1BF2867A0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ED4E1-352A-875B-93DA-B67518677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2B20-2ED1-41C0-99C5-F8DDD36E7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33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4AA66-7C32-5C43-DFBC-0B24FE8A2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81443-19B8-50D1-8833-839576F14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72E1B6-21EA-9D0E-61EC-42D72317B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7C0D90-78E5-5D60-3C43-1C971FE147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6DAD46-2AFD-CB91-56B9-285ECF2C63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0C6BF8-4E64-78B6-33F9-55A3BA1B8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FAFD-5549-4704-9438-C53D730849F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1A2743-F36D-1DDC-46F5-1B29F1A1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762F7E-8635-CD89-C942-A5F74D102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2B20-2ED1-41C0-99C5-F8DDD36E7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810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62B36-EC9A-B43F-F7BE-141FF0A69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9E293A-783B-396E-04A0-AD009BAF6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FAFD-5549-4704-9438-C53D730849F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A02EC1-94A2-FFB6-577D-25B301299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BF0C0-F200-043E-8227-B60B0A203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2B20-2ED1-41C0-99C5-F8DDD36E7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952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7A777-FED7-FDED-0102-69CA0CCE5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FAFD-5549-4704-9438-C53D730849F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8BAD33-6BD4-41B0-75D5-5FF3AACEA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8F5A2-77BE-72D2-09A7-31FD93E19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2B20-2ED1-41C0-99C5-F8DDD36E7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89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F81D-0790-F754-226E-DAD670BAB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C8663-3E61-7226-9FF8-DBFBB0CF3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E3BA8B-C4B3-D5D0-887D-DC8D09837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A09C5-74FE-F142-B906-4712F9E05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FAFD-5549-4704-9438-C53D730849F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DADE2-AD82-B5B9-7397-D9F2E4FF2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B4D2D-BD76-E30E-1FAB-8A8DE1A3E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2B20-2ED1-41C0-99C5-F8DDD36E7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981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A005-0D8A-E74F-6355-36AD712E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B55BEA-332C-1BCD-7B01-9DDBCF3761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9CA97-7031-36B7-D470-7EDDA24AE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A6D5E-BF28-B51D-98B9-E22CD0158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FAFD-5549-4704-9438-C53D730849F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228ED-04C7-C2E0-B7BD-60F854804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8444B-7838-7733-0F0B-03E5B41FE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2B20-2ED1-41C0-99C5-F8DDD36E7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0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32617-E502-23A4-2F8F-488C4B69F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E26BF8-17E5-2895-8323-FC0F6C41A7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74EDD-B897-BB9C-BC26-77BF9DE1D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FAFD-5549-4704-9438-C53D730849F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BB372-238D-29C1-9E57-293C8D00C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2BFA5-6648-D63F-F4F8-DDC60CCFF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2B20-2ED1-41C0-99C5-F8DDD36E7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428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143566-40AA-41D4-D7FB-E0C858B5E6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A8C8D-CE5B-7ACB-DB3E-0DD335B27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04B76-0204-B1BF-C68D-A1852FFDA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FAFD-5549-4704-9438-C53D730849F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74A1A-66A4-E237-1F01-46EA06D98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FDF4A-CEE4-7245-D22C-72663C4C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D2B20-2ED1-41C0-99C5-F8DDD36E7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154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F7EC32-B7E0-43BD-E9BC-07256F130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D0FBF-2359-5133-9168-04CB297A2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EDAF2-80C5-4359-68C8-7C16956E17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0CFAFD-5549-4704-9438-C53D730849F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039D7-A639-A446-C3F8-52D04B1699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D1092-E962-447E-1334-71C65850C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9D2B20-2ED1-41C0-99C5-F8DDD36E7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38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A6CB6-8B43-406D-2978-DE04F76798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538" y="-202344"/>
            <a:ext cx="9144000" cy="2387600"/>
          </a:xfrm>
        </p:spPr>
        <p:txBody>
          <a:bodyPr/>
          <a:lstStyle/>
          <a:p>
            <a:r>
              <a:rPr lang="en-US" dirty="0"/>
              <a:t>The AI box boss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5C0FB1-7106-9A3C-CFF5-738C65615E0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414257"/>
            <a:ext cx="549812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AI BOX Boss </a:t>
            </a:r>
            <a:endParaRPr kumimoji="0" lang="ar-J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Subtitle: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3D Survival Game - Final Project</a:t>
            </a:r>
            <a:endParaRPr kumimoji="0" lang="ar-J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Name: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Sohaib / </a:t>
            </a:r>
            <a:endParaRPr kumimoji="0" lang="ar-JO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Course: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JO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</a:t>
            </a:r>
            <a:r>
              <a:rPr kumimoji="0" lang="ar-JO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Game Development</a:t>
            </a:r>
            <a:r>
              <a:rPr kumimoji="0" lang="ar-JO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310 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609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03F7E-F44B-87DF-68C3-5199472E8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Overview &amp;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4C94A-71E0-1044-F39E-E8CFD2BAD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Core Idea: A 3D survival game where the player must dodge a relentless Boss Cube inside a closed arena.</a:t>
            </a:r>
            <a:endParaRPr lang="ar-JO" dirty="0"/>
          </a:p>
          <a:p>
            <a:r>
              <a:rPr lang="en-US" dirty="0"/>
              <a:t>Targeting System: The Boss uses a laser sight (Line Renderer) to lock onto the player's position before launching a deadly dash attack.</a:t>
            </a:r>
            <a:endParaRPr lang="ar-JO" dirty="0"/>
          </a:p>
          <a:p>
            <a:r>
              <a:rPr lang="en-US" dirty="0"/>
              <a:t>Dynamic Difficulty: With each missed attack, the Boss levels up, increasing its movement speed, reducing its warning delay, and growing in size.</a:t>
            </a:r>
            <a:endParaRPr lang="ar-JO" dirty="0"/>
          </a:p>
          <a:p>
            <a:r>
              <a:rPr lang="en-US" dirty="0"/>
              <a:t>Win/Loss Conditions: * Win: Survive the Boss attacks and reach Level 5.</a:t>
            </a:r>
            <a:endParaRPr lang="ar-JO" dirty="0"/>
          </a:p>
          <a:p>
            <a:r>
              <a:rPr lang="en-US" dirty="0"/>
              <a:t>Loss: Get caught by the Boss and fall off the platform.</a:t>
            </a:r>
          </a:p>
        </p:txBody>
      </p:sp>
    </p:spTree>
    <p:extLst>
      <p:ext uri="{BB962C8B-B14F-4D97-AF65-F5344CB8AC3E}">
        <p14:creationId xmlns:p14="http://schemas.microsoft.com/office/powerpoint/2010/main" val="354716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14D70-3658-6EA7-087F-FA86B1353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Implemented Features - Data-Oriented Design (DOD)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9BDE6-FBA0-7083-E439-6F6C0DDD7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Feature: High-Performance Rain System.</a:t>
            </a:r>
            <a:endParaRPr lang="ar-JO" dirty="0"/>
          </a:p>
          <a:p>
            <a:r>
              <a:rPr lang="en-US" dirty="0"/>
              <a:t>The Problem: Using Game</a:t>
            </a:r>
            <a:r>
              <a:rPr lang="ar-JO" dirty="0"/>
              <a:t> </a:t>
            </a:r>
            <a:r>
              <a:rPr lang="en-US" dirty="0"/>
              <a:t>Objects and Update() for 1,000+ raindrops drops frame rates significantly.</a:t>
            </a:r>
            <a:endParaRPr lang="ar-JO" dirty="0"/>
          </a:p>
          <a:p>
            <a:r>
              <a:rPr lang="en-US" dirty="0"/>
              <a:t>The DOD Solution: * Removed all rain Game</a:t>
            </a:r>
            <a:r>
              <a:rPr lang="ar-JO" dirty="0"/>
              <a:t> </a:t>
            </a:r>
            <a:r>
              <a:rPr lang="en-US" dirty="0"/>
              <a:t>Objects.</a:t>
            </a:r>
            <a:endParaRPr lang="ar-JO" dirty="0"/>
          </a:p>
          <a:p>
            <a:r>
              <a:rPr lang="en-US" dirty="0"/>
              <a:t>Used a lightweight C# struct to store only position and speed data.</a:t>
            </a:r>
            <a:endParaRPr lang="ar-JO" dirty="0"/>
          </a:p>
          <a:p>
            <a:r>
              <a:rPr lang="en-US" dirty="0"/>
              <a:t>Processed all 1,000 drops in a single loop within one central manager.</a:t>
            </a:r>
            <a:endParaRPr lang="ar-JO" dirty="0"/>
          </a:p>
          <a:p>
            <a:r>
              <a:rPr lang="en-US" dirty="0"/>
              <a:t>Rendering: Utilized GPU Instancing (</a:t>
            </a:r>
            <a:r>
              <a:rPr lang="en-US" dirty="0" err="1"/>
              <a:t>Graphics.DrawMeshInstanced</a:t>
            </a:r>
            <a:r>
              <a:rPr lang="en-US" dirty="0"/>
              <a:t>) to draw all drops directly to the GPU, ensuring 0% performance lag.</a:t>
            </a:r>
          </a:p>
        </p:txBody>
      </p:sp>
    </p:spTree>
    <p:extLst>
      <p:ext uri="{BB962C8B-B14F-4D97-AF65-F5344CB8AC3E}">
        <p14:creationId xmlns:p14="http://schemas.microsoft.com/office/powerpoint/2010/main" val="2358112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CB78B-564C-81DB-E652-919290587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Implemented Features - Advanced Animation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CD683-AEF5-B4B2-CABE-F1CED02DB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Animation Layers &amp; Avatar Masks</a:t>
            </a:r>
            <a:r>
              <a:rPr lang="ar-JO" dirty="0"/>
              <a:t> </a:t>
            </a:r>
            <a:r>
              <a:rPr lang="en-US" dirty="0"/>
              <a:t>:</a:t>
            </a:r>
            <a:r>
              <a:rPr lang="ar-JO" dirty="0"/>
              <a:t> </a:t>
            </a:r>
            <a:r>
              <a:rPr lang="en-US" dirty="0"/>
              <a:t>Separated upper and lower body movements.</a:t>
            </a:r>
            <a:endParaRPr lang="ar-JO" dirty="0"/>
          </a:p>
          <a:p>
            <a:r>
              <a:rPr lang="en-US" dirty="0"/>
              <a:t>The player can run/walk while independently triggering a defensive "Blocking" animation on the upper body.</a:t>
            </a:r>
            <a:endParaRPr lang="ar-JO" dirty="0"/>
          </a:p>
          <a:p>
            <a:r>
              <a:rPr lang="en-US" dirty="0"/>
              <a:t>Animation Events</a:t>
            </a:r>
            <a:r>
              <a:rPr lang="ar-JO" dirty="0"/>
              <a:t> </a:t>
            </a:r>
            <a:r>
              <a:rPr lang="en-US" dirty="0"/>
              <a:t>:</a:t>
            </a:r>
            <a:r>
              <a:rPr lang="ar-JO" dirty="0"/>
              <a:t> </a:t>
            </a:r>
            <a:r>
              <a:rPr lang="en-US" dirty="0"/>
              <a:t>Synchronized audio playback with visual frames.</a:t>
            </a:r>
            <a:endParaRPr lang="ar-JO" dirty="0"/>
          </a:p>
          <a:p>
            <a:r>
              <a:rPr lang="en-US" dirty="0"/>
              <a:t>Footstep sounds are triggered exactly when the character's foot touches the ground during the run/walk cycle.</a:t>
            </a:r>
            <a:endParaRPr lang="ar-JO" dirty="0"/>
          </a:p>
          <a:p>
            <a:r>
              <a:rPr lang="en-US" dirty="0"/>
              <a:t>Procedural Animation (Inverse Kinematics - IK):Used </a:t>
            </a:r>
            <a:r>
              <a:rPr lang="en-US" dirty="0" err="1"/>
              <a:t>OnAnimatorIK</a:t>
            </a:r>
            <a:r>
              <a:rPr lang="en-US" dirty="0"/>
              <a:t> to dynamically control the player's head and neck bones.</a:t>
            </a:r>
            <a:endParaRPr lang="ar-JO" dirty="0"/>
          </a:p>
          <a:p>
            <a:r>
              <a:rPr lang="en-US" dirty="0"/>
              <a:t>The player naturally tracks and looks at the Boss Cube regardless of the running direction.</a:t>
            </a:r>
          </a:p>
        </p:txBody>
      </p:sp>
    </p:spTree>
    <p:extLst>
      <p:ext uri="{BB962C8B-B14F-4D97-AF65-F5344CB8AC3E}">
        <p14:creationId xmlns:p14="http://schemas.microsoft.com/office/powerpoint/2010/main" val="3178473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DCF8C-1EE9-0C26-7F32-0CE057D66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Implemented Features - Artificial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0DE65-D135-C97A-42F0-5D273679B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Finite State Machine (FSM):</a:t>
            </a:r>
            <a:endParaRPr lang="ar-JO" dirty="0"/>
          </a:p>
          <a:p>
            <a:r>
              <a:rPr lang="en-US" dirty="0"/>
              <a:t>Designed a structured AI logic for the Boss Cube without messy nested if statements.</a:t>
            </a:r>
            <a:endParaRPr lang="ar-JO" dirty="0"/>
          </a:p>
          <a:p>
            <a:r>
              <a:rPr lang="en-US" dirty="0"/>
              <a:t>States included:</a:t>
            </a:r>
            <a:endParaRPr lang="ar-JO" dirty="0"/>
          </a:p>
          <a:p>
            <a:pPr marL="0" indent="0">
              <a:buNone/>
            </a:pPr>
            <a:r>
              <a:rPr lang="ar-JO" dirty="0"/>
              <a:t>-1</a:t>
            </a:r>
            <a:r>
              <a:rPr lang="en-US" dirty="0"/>
              <a:t>Aiming: Tracks the player with a laser sight.</a:t>
            </a:r>
            <a:endParaRPr lang="ar-JO" dirty="0"/>
          </a:p>
          <a:p>
            <a:pPr marL="0" indent="0">
              <a:buNone/>
            </a:pPr>
            <a:r>
              <a:rPr lang="ar-JO" dirty="0"/>
              <a:t>-2</a:t>
            </a:r>
            <a:r>
              <a:rPr lang="en-US" dirty="0"/>
              <a:t>Warning: Freezes the laser to give the player a reaction window.</a:t>
            </a:r>
            <a:endParaRPr lang="ar-JO" dirty="0"/>
          </a:p>
          <a:p>
            <a:pPr marL="0" indent="0">
              <a:buNone/>
            </a:pPr>
            <a:r>
              <a:rPr lang="ar-JO" dirty="0"/>
              <a:t>-3</a:t>
            </a:r>
            <a:r>
              <a:rPr lang="en-US" dirty="0"/>
              <a:t>Dashing: Moves at high speed towards the target.</a:t>
            </a:r>
            <a:endParaRPr lang="ar-JO" dirty="0"/>
          </a:p>
          <a:p>
            <a:pPr marL="0" indent="0">
              <a:buNone/>
            </a:pPr>
            <a:r>
              <a:rPr lang="ar-JO" dirty="0"/>
              <a:t>-4</a:t>
            </a:r>
            <a:r>
              <a:rPr lang="en-US" dirty="0"/>
              <a:t>Resetting: Upgrades stats, updates UI, and returns to the center.</a:t>
            </a:r>
          </a:p>
        </p:txBody>
      </p:sp>
    </p:spTree>
    <p:extLst>
      <p:ext uri="{BB962C8B-B14F-4D97-AF65-F5344CB8AC3E}">
        <p14:creationId xmlns:p14="http://schemas.microsoft.com/office/powerpoint/2010/main" val="301275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3C472-F5BB-3AD3-5575-B33BD33BE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Implemented Features - Optimization &amp;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56043-2311-005A-25D2-8CEB4C9F5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2517"/>
            <a:ext cx="10515600" cy="4516560"/>
          </a:xfrm>
        </p:spPr>
        <p:txBody>
          <a:bodyPr/>
          <a:lstStyle/>
          <a:p>
            <a:r>
              <a:rPr lang="en-US" dirty="0"/>
              <a:t>Object Pooling Pattern:</a:t>
            </a:r>
            <a:endParaRPr lang="ar-JO" dirty="0"/>
          </a:p>
          <a:p>
            <a:pPr marL="0" indent="0">
              <a:buNone/>
            </a:pPr>
            <a:r>
              <a:rPr lang="ar-JO" dirty="0"/>
              <a:t>-1</a:t>
            </a:r>
            <a:r>
              <a:rPr lang="en-US" dirty="0"/>
              <a:t>Implemented a </a:t>
            </a:r>
            <a:r>
              <a:rPr lang="en-US" dirty="0" err="1"/>
              <a:t>DustPool</a:t>
            </a:r>
            <a:r>
              <a:rPr lang="en-US" dirty="0"/>
              <a:t> manager for the Boss dash effects.</a:t>
            </a:r>
            <a:endParaRPr lang="ar-JO" dirty="0"/>
          </a:p>
          <a:p>
            <a:pPr marL="0" indent="0">
              <a:buNone/>
            </a:pPr>
            <a:r>
              <a:rPr lang="ar-JO" dirty="0"/>
              <a:t>-2</a:t>
            </a:r>
            <a:r>
              <a:rPr lang="en-US" dirty="0"/>
              <a:t>Pre-instantiated dust particles at startup.</a:t>
            </a:r>
            <a:endParaRPr lang="ar-JO" dirty="0"/>
          </a:p>
          <a:p>
            <a:pPr marL="0" indent="0">
              <a:buNone/>
            </a:pPr>
            <a:r>
              <a:rPr lang="ar-JO" dirty="0"/>
              <a:t>-3</a:t>
            </a:r>
            <a:r>
              <a:rPr lang="en-US" dirty="0"/>
              <a:t>Reused inactive particles instead of using Instantiate and Destroy, preventing memory leaks and Garbage Collection spikes.</a:t>
            </a:r>
            <a:endParaRPr lang="ar-JO" dirty="0"/>
          </a:p>
          <a:p>
            <a:r>
              <a:rPr lang="en-US" dirty="0"/>
              <a:t>Event-Driven Architecture (C# Actions):</a:t>
            </a:r>
            <a:endParaRPr lang="ar-JO" dirty="0"/>
          </a:p>
          <a:p>
            <a:pPr marL="0" indent="0">
              <a:buNone/>
            </a:pPr>
            <a:r>
              <a:rPr lang="ar-JO" dirty="0"/>
              <a:t>-1</a:t>
            </a:r>
            <a:r>
              <a:rPr lang="en-US" dirty="0"/>
              <a:t>Decoupled the UI from game logic.</a:t>
            </a:r>
            <a:endParaRPr lang="ar-JO" dirty="0"/>
          </a:p>
          <a:p>
            <a:pPr marL="0" indent="0">
              <a:buNone/>
            </a:pPr>
            <a:r>
              <a:rPr lang="ar-JO" dirty="0"/>
              <a:t>-2</a:t>
            </a:r>
            <a:r>
              <a:rPr lang="en-US" dirty="0"/>
              <a:t>The UI Manager only listens to a static event broadcasted by the Boss AI to update levels and trigger the Win/Loss screens cleanly.</a:t>
            </a:r>
          </a:p>
        </p:txBody>
      </p:sp>
    </p:spTree>
    <p:extLst>
      <p:ext uri="{BB962C8B-B14F-4D97-AF65-F5344CB8AC3E}">
        <p14:creationId xmlns:p14="http://schemas.microsoft.com/office/powerpoint/2010/main" val="2754915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514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The AI box boss</vt:lpstr>
      <vt:lpstr>Game Overview &amp; Concept</vt:lpstr>
      <vt:lpstr>Implemented Features - Data-Oriented Design (DOD)</vt:lpstr>
      <vt:lpstr>Implemented Features - Advanced Animation</vt:lpstr>
      <vt:lpstr>Implemented Features - Artificial Intelligence</vt:lpstr>
      <vt:lpstr>Implemented Features - Optimization &amp;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bs m7trm al bsbos</dc:creator>
  <cp:lastModifiedBy>bs m7trm al bsbos</cp:lastModifiedBy>
  <cp:revision>1</cp:revision>
  <dcterms:created xsi:type="dcterms:W3CDTF">2026-05-18T08:59:37Z</dcterms:created>
  <dcterms:modified xsi:type="dcterms:W3CDTF">2026-05-18T09:15:25Z</dcterms:modified>
</cp:coreProperties>
</file>